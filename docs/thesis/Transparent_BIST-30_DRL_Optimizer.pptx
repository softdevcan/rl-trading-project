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BFB"/>
    <a:srgbClr val="F0FAFB"/>
    <a:srgbClr val="F1F9FB"/>
    <a:srgbClr val="FFFFFF"/>
    <a:srgbClr val="F8F9FD"/>
    <a:srgbClr val="F0F3F8"/>
    <a:srgbClr val="EFF2F7"/>
    <a:srgbClr val="EEF3F7"/>
    <a:srgbClr val="ECF1F5"/>
    <a:srgbClr val="F5F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15" d="100"/>
          <a:sy n="115" d="100"/>
        </p:scale>
        <p:origin x="54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C129E-2505-4696-8BBA-4F88F5E50C0D}" type="datetimeFigureOut">
              <a:rPr lang="tr-TR" smtClean="0"/>
              <a:t>5.06.2026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273F4-B8E4-45CF-9A7F-7101F540A9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732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73F4-B8E4-45CF-9A7F-7101F540A930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2499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73F4-B8E4-45CF-9A7F-7101F540A930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2819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73F4-B8E4-45CF-9A7F-7101F540A930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4266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73F4-B8E4-45CF-9A7F-7101F540A930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977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406213A6-F887-486C-A167-3E8B45457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47362" cy="9144000"/>
          </a:xfrm>
          <a:prstGeom prst="rect">
            <a:avLst/>
          </a:prstGeo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61B42925-4726-489E-9227-14F9B243E067}"/>
              </a:ext>
            </a:extLst>
          </p:cNvPr>
          <p:cNvSpPr/>
          <p:nvPr/>
        </p:nvSpPr>
        <p:spPr>
          <a:xfrm>
            <a:off x="14885460" y="8879378"/>
            <a:ext cx="1346200" cy="228600"/>
          </a:xfrm>
          <a:prstGeom prst="rect">
            <a:avLst/>
          </a:prstGeom>
          <a:solidFill>
            <a:srgbClr val="EDF3F6"/>
          </a:solidFill>
          <a:ln>
            <a:solidFill>
              <a:srgbClr val="EDF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6256000" cy="9135686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AC5FA034-1549-425D-8B04-4C40EABE344A}"/>
              </a:ext>
            </a:extLst>
          </p:cNvPr>
          <p:cNvSpPr/>
          <p:nvPr/>
        </p:nvSpPr>
        <p:spPr>
          <a:xfrm>
            <a:off x="14986000" y="8839200"/>
            <a:ext cx="1193800" cy="228600"/>
          </a:xfrm>
          <a:prstGeom prst="rect">
            <a:avLst/>
          </a:prstGeom>
          <a:solidFill>
            <a:srgbClr val="EDF3F6"/>
          </a:solidFill>
          <a:ln>
            <a:solidFill>
              <a:srgbClr val="EDF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72471906-7CDA-4F88-B992-3B23F051C2E9}"/>
              </a:ext>
            </a:extLst>
          </p:cNvPr>
          <p:cNvSpPr/>
          <p:nvPr/>
        </p:nvSpPr>
        <p:spPr>
          <a:xfrm>
            <a:off x="14986000" y="8839200"/>
            <a:ext cx="1193800" cy="228600"/>
          </a:xfrm>
          <a:prstGeom prst="rect">
            <a:avLst/>
          </a:prstGeom>
          <a:solidFill>
            <a:srgbClr val="EDF3F6"/>
          </a:solidFill>
          <a:ln>
            <a:solidFill>
              <a:srgbClr val="EDF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B2239E2F-1FF1-42D8-BBAD-C15C11D43A8B}"/>
              </a:ext>
            </a:extLst>
          </p:cNvPr>
          <p:cNvSpPr/>
          <p:nvPr/>
        </p:nvSpPr>
        <p:spPr>
          <a:xfrm>
            <a:off x="14986000" y="8839200"/>
            <a:ext cx="1193800" cy="228600"/>
          </a:xfrm>
          <a:prstGeom prst="rect">
            <a:avLst/>
          </a:prstGeom>
          <a:solidFill>
            <a:srgbClr val="EDF3F6"/>
          </a:solidFill>
          <a:ln>
            <a:solidFill>
              <a:srgbClr val="EDF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AD494F0E-D533-4D6E-BDED-6398D264FA7D}"/>
              </a:ext>
            </a:extLst>
          </p:cNvPr>
          <p:cNvSpPr/>
          <p:nvPr/>
        </p:nvSpPr>
        <p:spPr>
          <a:xfrm>
            <a:off x="14986000" y="8839200"/>
            <a:ext cx="1193800" cy="228600"/>
          </a:xfrm>
          <a:prstGeom prst="rect">
            <a:avLst/>
          </a:prstGeom>
          <a:solidFill>
            <a:srgbClr val="F1F9FB"/>
          </a:solidFill>
          <a:ln>
            <a:solidFill>
              <a:srgbClr val="F1F9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784D8E9F-99CB-4BC6-B400-F58610FE7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" y="0"/>
            <a:ext cx="16247362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60062473-EDD0-4AE3-B6FB-6076C93D4CC8}"/>
              </a:ext>
            </a:extLst>
          </p:cNvPr>
          <p:cNvSpPr/>
          <p:nvPr/>
        </p:nvSpPr>
        <p:spPr>
          <a:xfrm>
            <a:off x="14986000" y="8839200"/>
            <a:ext cx="1193800" cy="228600"/>
          </a:xfrm>
          <a:prstGeom prst="rect">
            <a:avLst/>
          </a:prstGeom>
          <a:solidFill>
            <a:srgbClr val="EDFBFB"/>
          </a:solidFill>
          <a:ln>
            <a:solidFill>
              <a:srgbClr val="EDFB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E3F1739F-40D7-4D02-A950-08254945D464}"/>
              </a:ext>
            </a:extLst>
          </p:cNvPr>
          <p:cNvSpPr/>
          <p:nvPr/>
        </p:nvSpPr>
        <p:spPr>
          <a:xfrm>
            <a:off x="14986000" y="8839200"/>
            <a:ext cx="1193800" cy="228600"/>
          </a:xfrm>
          <a:prstGeom prst="rect">
            <a:avLst/>
          </a:prstGeom>
          <a:solidFill>
            <a:srgbClr val="F5FBF9"/>
          </a:solidFill>
          <a:ln>
            <a:solidFill>
              <a:srgbClr val="F5FB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AB80F7E8-C846-4775-BCBD-3309234271F0}"/>
              </a:ext>
            </a:extLst>
          </p:cNvPr>
          <p:cNvSpPr/>
          <p:nvPr/>
        </p:nvSpPr>
        <p:spPr>
          <a:xfrm>
            <a:off x="14986000" y="8839200"/>
            <a:ext cx="1193800" cy="228600"/>
          </a:xfrm>
          <a:prstGeom prst="rect">
            <a:avLst/>
          </a:prstGeom>
          <a:solidFill>
            <a:srgbClr val="FCF8ED"/>
          </a:solidFill>
          <a:ln>
            <a:solidFill>
              <a:srgbClr val="FDF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Dikdörtgen 4">
            <a:extLst>
              <a:ext uri="{FF2B5EF4-FFF2-40B4-BE49-F238E27FC236}">
                <a16:creationId xmlns:a16="http://schemas.microsoft.com/office/drawing/2014/main" id="{4CA77C0D-5806-4B98-83CB-00E4075807CC}"/>
              </a:ext>
            </a:extLst>
          </p:cNvPr>
          <p:cNvSpPr/>
          <p:nvPr/>
        </p:nvSpPr>
        <p:spPr>
          <a:xfrm>
            <a:off x="14986000" y="8839200"/>
            <a:ext cx="1193800" cy="228600"/>
          </a:xfrm>
          <a:prstGeom prst="rect">
            <a:avLst/>
          </a:prstGeom>
          <a:solidFill>
            <a:srgbClr val="F8F9FD"/>
          </a:solidFill>
          <a:ln>
            <a:solidFill>
              <a:srgbClr val="F8F9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19D3EB81-E7A2-4895-9AEE-9649CF076543}"/>
              </a:ext>
            </a:extLst>
          </p:cNvPr>
          <p:cNvSpPr/>
          <p:nvPr/>
        </p:nvSpPr>
        <p:spPr>
          <a:xfrm>
            <a:off x="14986000" y="8839200"/>
            <a:ext cx="1193800" cy="228600"/>
          </a:xfrm>
          <a:prstGeom prst="rect">
            <a:avLst/>
          </a:prstGeom>
          <a:solidFill>
            <a:srgbClr val="EFF2F7"/>
          </a:solidFill>
          <a:ln>
            <a:solidFill>
              <a:srgbClr val="F0F3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54C90038-6892-4140-949D-185D244D72BF}"/>
              </a:ext>
            </a:extLst>
          </p:cNvPr>
          <p:cNvSpPr/>
          <p:nvPr/>
        </p:nvSpPr>
        <p:spPr>
          <a:xfrm>
            <a:off x="14986000" y="8839200"/>
            <a:ext cx="1193800" cy="228600"/>
          </a:xfrm>
          <a:prstGeom prst="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A2B4278A-EA8C-4DCF-86E9-019418EA826B}"/>
              </a:ext>
            </a:extLst>
          </p:cNvPr>
          <p:cNvSpPr/>
          <p:nvPr/>
        </p:nvSpPr>
        <p:spPr>
          <a:xfrm>
            <a:off x="14986000" y="8839200"/>
            <a:ext cx="1193800" cy="228600"/>
          </a:xfrm>
          <a:prstGeom prst="rect">
            <a:avLst/>
          </a:prstGeom>
          <a:solidFill>
            <a:srgbClr val="EEF3F7"/>
          </a:solidFill>
          <a:ln>
            <a:solidFill>
              <a:srgbClr val="ECF1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>
            <a:extLst>
              <a:ext uri="{FF2B5EF4-FFF2-40B4-BE49-F238E27FC236}">
                <a16:creationId xmlns:a16="http://schemas.microsoft.com/office/drawing/2014/main" id="{D57B6807-5401-4F01-9667-3B9335C13FD4}"/>
              </a:ext>
            </a:extLst>
          </p:cNvPr>
          <p:cNvSpPr/>
          <p:nvPr/>
        </p:nvSpPr>
        <p:spPr>
          <a:xfrm>
            <a:off x="14986000" y="8839200"/>
            <a:ext cx="1193800" cy="228600"/>
          </a:xfrm>
          <a:prstGeom prst="rect">
            <a:avLst/>
          </a:prstGeom>
          <a:solidFill>
            <a:srgbClr val="EDF3F6"/>
          </a:solidFill>
          <a:ln>
            <a:solidFill>
              <a:srgbClr val="EDF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6141909-A76E-4952-BBE1-92A7A92BF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8314"/>
            <a:ext cx="16262133" cy="91523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</Words>
  <Application>Microsoft Office PowerPoint</Application>
  <PresentationFormat>Özel</PresentationFormat>
  <Paragraphs>4</Paragraphs>
  <Slides>14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Hayri Can AKYILDIRIM</dc:creator>
  <cp:lastModifiedBy>Hayri Can AKYILDIRIM</cp:lastModifiedBy>
  <cp:revision>4</cp:revision>
  <dcterms:created xsi:type="dcterms:W3CDTF">2006-08-16T00:00:00Z</dcterms:created>
  <dcterms:modified xsi:type="dcterms:W3CDTF">2026-06-05T19:03:02Z</dcterms:modified>
</cp:coreProperties>
</file>